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Buku Petunjuk Penggunaan (Manual Book)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 PPID INHU</a:t>
            </a:r>
          </a:p>
          <a:p/>
          <a:p>
            <a:r>
              <a:t>Disusun secara otomatis untuk Administrator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Daftar 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Bab 1: Pendahuluan</a:t>
            </a:r>
          </a:p>
          <a:p>
            <a:pPr/>
            <a:r>
              <a:t>Bab 2: Manajemen Konten Utama</a:t>
            </a:r>
          </a:p>
          <a:p>
            <a:pPr lvl="1"/>
            <a:r>
              <a:t>- Input Berita &amp; Verifikasi</a:t>
            </a:r>
          </a:p>
          <a:p>
            <a:pPr lvl="1"/>
            <a:r>
              <a:t>- Input Galeri &amp; Verifikasi</a:t>
            </a:r>
          </a:p>
          <a:p>
            <a:pPr lvl="1"/>
            <a:r>
              <a:t>- Input Unduhan &amp; Verifikasi</a:t>
            </a:r>
          </a:p>
          <a:p>
            <a:pPr/>
            <a:r>
              <a:t>Bab 3: Manajemen Tampilan Web</a:t>
            </a:r>
          </a:p>
          <a:p>
            <a:pPr lvl="1"/>
            <a:r>
              <a:t>- Input Page &amp; Input Slider</a:t>
            </a:r>
          </a:p>
          <a:p>
            <a:pPr/>
            <a:r>
              <a:t>Bab 4: Interaksi Pengguna</a:t>
            </a:r>
          </a:p>
          <a:p>
            <a:pPr lvl="1"/>
            <a:r>
              <a:t>- Menu Ulasan &amp; Verifikasi</a:t>
            </a:r>
          </a:p>
          <a:p>
            <a:pPr lvl="1"/>
            <a:r>
              <a:t>- Buku Tamu &amp; Verifikasi</a:t>
            </a:r>
          </a:p>
          <a:p>
            <a:pPr/>
            <a:r>
              <a:t>Bab 5: Penutup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 1: Pendahuluan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Pendahuluan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Sistem PPID INHU adalah platform informasi publik dan dokumentasi.</a:t>
            </a:r>
          </a:p>
          <a:p>
            <a:pPr/>
            <a:r>
              <a:t>Manual book ini ditujukan untuk administrator sistem.</a:t>
            </a:r>
          </a:p>
          <a:p>
            <a:pPr/>
            <a:r>
              <a:t>Mencakup panduan operasional input data, verifikasi, dan manajemen tampilan.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Halaman Dashboard Admin]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 2: Manajemen Konten Utama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Input Berita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Login ke halaman administrator.</a:t>
            </a:r>
          </a:p>
          <a:p>
            <a:pPr/>
            <a:r>
              <a:t>2. Navigasi ke menu 'Berita'.</a:t>
            </a:r>
          </a:p>
          <a:p>
            <a:pPr/>
            <a:r>
              <a:t>3. Klik tombol 'Tambah Data'.</a:t>
            </a:r>
          </a:p>
          <a:p>
            <a:pPr/>
            <a:r>
              <a:t>4. Isi kelengkapan form: Judul, Kategori, Isi Berita, dan Gambar.</a:t>
            </a:r>
          </a:p>
          <a:p>
            <a:pPr/>
            <a:r>
              <a:t>5. Klik tombol 'Simpan'.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Form Tambah Berita]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Verifikasi Berita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Buka menu 'Verifikasi Berita' (atau lihat status berita).</a:t>
            </a:r>
          </a:p>
          <a:p>
            <a:pPr/>
            <a:r>
              <a:t>2. Cari berita dengan status 'Draf' atau 'Menunggu Verifikasi'.</a:t>
            </a:r>
          </a:p>
          <a:p>
            <a:pPr/>
            <a:r>
              <a:t>3. Klik tombol 'Kirim' atau 'Verifikasi' untuk mempublikasikan berita.</a:t>
            </a:r>
          </a:p>
          <a:p>
            <a:pPr/>
            <a:r>
              <a:t>4. Berita yang sudah diverifikasi akan tayang di halaman publik.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Daftar Berita &amp; Tombol Kirim/Verifikasi]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Input Galeri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Navigasi ke menu 'Galeri'.</a:t>
            </a:r>
          </a:p>
          <a:p>
            <a:pPr/>
            <a:r>
              <a:t>2. Klik 'Tambah Data'.</a:t>
            </a:r>
          </a:p>
          <a:p>
            <a:pPr/>
            <a:r>
              <a:t>3. Isi informasi Galeri seperti Judul, Keterangan, dan upload Foto.</a:t>
            </a:r>
          </a:p>
          <a:p>
            <a:pPr/>
            <a:r>
              <a:t>4. Klik 'Simpan'.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Form Tambah Galeri]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Verifikasi Galeri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Buka menu 'Verifikasi Galeri' (jika ada alur verifikasi).</a:t>
            </a:r>
          </a:p>
          <a:p>
            <a:pPr/>
            <a:r>
              <a:t>2. Temukan data galeri yang perlu diverifikasi.</a:t>
            </a:r>
          </a:p>
          <a:p>
            <a:pPr/>
            <a:r>
              <a:t>3. Klik tombol 'Kirim' atau 'Verifikasi' agar foto tayang di web.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Verifikasi Galeri]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Input Unduhan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Navigasi ke menu 'Unduhan'.</a:t>
            </a:r>
          </a:p>
          <a:p>
            <a:pPr/>
            <a:r>
              <a:t>2. Klik 'Tambah Data'.</a:t>
            </a:r>
          </a:p>
          <a:p>
            <a:pPr/>
            <a:r>
              <a:t>3. Isi informasi file (Judul, Keterangan, dll).</a:t>
            </a:r>
          </a:p>
          <a:p>
            <a:pPr/>
            <a:r>
              <a:t>4. Upload file dokumen (PDF/Doc/dll).</a:t>
            </a:r>
          </a:p>
          <a:p>
            <a:pPr/>
            <a:r>
              <a:t>5. Klik 'Simpan'.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Form Tambah Dokumen Unduhan]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 Verifikasi Unduhan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Buka menu 'Verifikasi Unduhan'.</a:t>
            </a:r>
          </a:p>
          <a:p>
            <a:pPr/>
            <a:r>
              <a:t>2. Temukan dokumen yang berstatus pending.</a:t>
            </a:r>
          </a:p>
          <a:p>
            <a:pPr/>
            <a:r>
              <a:t>3. Klik tombol 'Kirim' atau 'Verifikasi' untuk menyetujui dokumen agar dapat diunduh publik.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Verifikasi Unduhan]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 3: Manajemen Tampilan 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Input Page (Halaman)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Navigasi ke menu 'Halaman' atau 'Page'.</a:t>
            </a:r>
          </a:p>
          <a:p>
            <a:pPr/>
            <a:r>
              <a:t>2. Klik 'Tambah Halaman' atau klik edit pada halaman yang sudah ada.</a:t>
            </a:r>
          </a:p>
          <a:p>
            <a:pPr/>
            <a:r>
              <a:t>3. Gunakan Text Editor untuk menyusun konten halaman statis.</a:t>
            </a:r>
          </a:p>
          <a:p>
            <a:pPr/>
            <a:r>
              <a:t>4. Klik 'Simpan'.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Editor Halaman/Page]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Input Slider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Navigasi ke menu 'Slider' atau 'Banner'.</a:t>
            </a:r>
          </a:p>
          <a:p>
            <a:pPr/>
            <a:r>
              <a:t>2. Klik 'Tambah Slider'.</a:t>
            </a:r>
          </a:p>
          <a:p>
            <a:pPr/>
            <a:r>
              <a:t>3. Upload gambar banner, masukkan Judul dan Subjudul jika diperlukan.</a:t>
            </a:r>
          </a:p>
          <a:p>
            <a:pPr/>
            <a:r>
              <a:t>4. Pastikan statusnya aktif, lalu klik 'Simpan'.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Manajemen Slider]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 4: Interaksi Pengguna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Menu Ulasan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Navigasi ke menu 'Ulasan'.</a:t>
            </a:r>
          </a:p>
          <a:p>
            <a:pPr/>
            <a:r>
              <a:t>2. Di sini akan tampil daftar ulasan, kritik, atau saran dari pengguna/masyarakat.</a:t>
            </a:r>
          </a:p>
          <a:p>
            <a:pPr/>
            <a:r>
              <a:t>3. Administrator dapat melihat detail pesan dan informasi pengirim.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Daftar Ulasan Masuk]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Verifikasi Ulasan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Pilih ulasan yang masuk.</a:t>
            </a:r>
          </a:p>
          <a:p>
            <a:pPr/>
            <a:r>
              <a:t>2. Administrator dapat memverifikasi, menyetujui, atau membalas ulasan.</a:t>
            </a:r>
          </a:p>
          <a:p>
            <a:pPr/>
            <a:r>
              <a:t>3. Ulasan yang tidak sesuai ketentuan dapat disembunyikan atau ditolak.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Verifikasi / Moderasi Ulasan]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Buku Tamu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Navigasi ke menu 'Buku Tamu'.</a:t>
            </a:r>
          </a:p>
          <a:p>
            <a:pPr/>
            <a:r>
              <a:t>2. Menu ini mencatat daftar pengunjung atau instansi yang mengisi buku tamu.</a:t>
            </a:r>
          </a:p>
          <a:p>
            <a:pPr/>
            <a:r>
              <a:t>3. Administrator dapat melihat tujuan kunjungan dan identitas tamu.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Data Buku Tamu]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Verifikasi Buku Tamu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r>
              <a:t>1. Sama seperti ulasan, buku tamu yang masuk bisa dimoderasi.</a:t>
            </a:r>
          </a:p>
          <a:p>
            <a:pPr/>
            <a:r>
              <a:t>2. Klik 'Verifikasi' untuk mengonfirmasi data tamu yang sah.</a:t>
            </a:r>
          </a:p>
          <a:p>
            <a:pPr/>
            <a:r>
              <a:t>3. Data tamu dapat difilter atau diekspor untuk keperluan pelaporan.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>
                <a:solidFill>
                  <a:srgbClr val="646464"/>
                </a:solidFill>
              </a:defRPr>
            </a:pPr>
            <a:r>
              <a:t>[Screenshot: Verifikasi Buku Tamu]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 5: Penutup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Terima Kasih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 Informasi PPID INHU</a:t>
            </a:r>
          </a:p>
          <a:p>
            <a:r>
              <a:t>Manual Book ini dapat diperbarui sesuai kebutuhan sistem.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